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3" r:id="rId7"/>
    <p:sldId id="262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9B63D1-2CD2-492E-BBD0-272D0DB4721C}" v="2" dt="2025-07-03T13:03:41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 KARTHIK ANUMALASETTY" userId="1c0108aeac7c715b" providerId="LiveId" clId="{B350F0BA-D7F9-43CF-9E67-80023F68CF67}"/>
    <pc:docChg chg="undo custSel addSld modSld sldOrd">
      <pc:chgData name="SIVA KARTHIK ANUMALASETTY" userId="1c0108aeac7c715b" providerId="LiveId" clId="{B350F0BA-D7F9-43CF-9E67-80023F68CF67}" dt="2025-06-28T17:01:11.048" v="1163"/>
      <pc:docMkLst>
        <pc:docMk/>
      </pc:docMkLst>
      <pc:sldChg chg="modSp mod">
        <pc:chgData name="SIVA KARTHIK ANUMALASETTY" userId="1c0108aeac7c715b" providerId="LiveId" clId="{B350F0BA-D7F9-43CF-9E67-80023F68CF67}" dt="2025-06-22T16:57:07.572" v="533" actId="20577"/>
        <pc:sldMkLst>
          <pc:docMk/>
          <pc:sldMk cId="2055605568" sldId="256"/>
        </pc:sldMkLst>
        <pc:spChg chg="mod">
          <ac:chgData name="SIVA KARTHIK ANUMALASETTY" userId="1c0108aeac7c715b" providerId="LiveId" clId="{B350F0BA-D7F9-43CF-9E67-80023F68CF67}" dt="2025-06-22T16:57:07.572" v="533" actId="20577"/>
          <ac:spMkLst>
            <pc:docMk/>
            <pc:sldMk cId="2055605568" sldId="256"/>
            <ac:spMk id="6" creationId="{4F5D2FA8-393E-C3D3-7F02-0D7B8AFF70F9}"/>
          </ac:spMkLst>
        </pc:spChg>
      </pc:sldChg>
      <pc:sldChg chg="modSp mod">
        <pc:chgData name="SIVA KARTHIK ANUMALASETTY" userId="1c0108aeac7c715b" providerId="LiveId" clId="{B350F0BA-D7F9-43CF-9E67-80023F68CF67}" dt="2025-06-22T08:13:45.708" v="258" actId="2711"/>
        <pc:sldMkLst>
          <pc:docMk/>
          <pc:sldMk cId="3935941168" sldId="258"/>
        </pc:sldMkLst>
        <pc:spChg chg="mod">
          <ac:chgData name="SIVA KARTHIK ANUMALASETTY" userId="1c0108aeac7c715b" providerId="LiveId" clId="{B350F0BA-D7F9-43CF-9E67-80023F68CF67}" dt="2025-06-22T08:13:45.708" v="258" actId="2711"/>
          <ac:spMkLst>
            <pc:docMk/>
            <pc:sldMk cId="3935941168" sldId="258"/>
            <ac:spMk id="5" creationId="{EFCFADF5-3816-C7EB-946C-B5B777A0487A}"/>
          </ac:spMkLst>
        </pc:spChg>
      </pc:sldChg>
      <pc:sldChg chg="modSp mod">
        <pc:chgData name="SIVA KARTHIK ANUMALASETTY" userId="1c0108aeac7c715b" providerId="LiveId" clId="{B350F0BA-D7F9-43CF-9E67-80023F68CF67}" dt="2025-06-22T08:13:08.765" v="256" actId="2711"/>
        <pc:sldMkLst>
          <pc:docMk/>
          <pc:sldMk cId="1691980848" sldId="259"/>
        </pc:sldMkLst>
        <pc:spChg chg="mod">
          <ac:chgData name="SIVA KARTHIK ANUMALASETTY" userId="1c0108aeac7c715b" providerId="LiveId" clId="{B350F0BA-D7F9-43CF-9E67-80023F68CF67}" dt="2025-06-22T08:13:08.765" v="256" actId="2711"/>
          <ac:spMkLst>
            <pc:docMk/>
            <pc:sldMk cId="1691980848" sldId="259"/>
            <ac:spMk id="2" creationId="{0337D6C0-3E3F-0759-4579-6D521FE91ECF}"/>
          </ac:spMkLst>
        </pc:spChg>
        <pc:spChg chg="mod">
          <ac:chgData name="SIVA KARTHIK ANUMALASETTY" userId="1c0108aeac7c715b" providerId="LiveId" clId="{B350F0BA-D7F9-43CF-9E67-80023F68CF67}" dt="2025-06-22T08:13:08.765" v="256" actId="2711"/>
          <ac:spMkLst>
            <pc:docMk/>
            <pc:sldMk cId="1691980848" sldId="259"/>
            <ac:spMk id="6" creationId="{79C65077-1F23-4DC2-C866-838F0617326D}"/>
          </ac:spMkLst>
        </pc:spChg>
        <pc:spChg chg="mod">
          <ac:chgData name="SIVA KARTHIK ANUMALASETTY" userId="1c0108aeac7c715b" providerId="LiveId" clId="{B350F0BA-D7F9-43CF-9E67-80023F68CF67}" dt="2025-06-22T08:13:08.765" v="256" actId="2711"/>
          <ac:spMkLst>
            <pc:docMk/>
            <pc:sldMk cId="1691980848" sldId="259"/>
            <ac:spMk id="12" creationId="{84FB2D65-4A02-B19B-5B92-F3E999DE02AE}"/>
          </ac:spMkLst>
        </pc:spChg>
        <pc:spChg chg="mod">
          <ac:chgData name="SIVA KARTHIK ANUMALASETTY" userId="1c0108aeac7c715b" providerId="LiveId" clId="{B350F0BA-D7F9-43CF-9E67-80023F68CF67}" dt="2025-06-22T08:13:08.765" v="256" actId="2711"/>
          <ac:spMkLst>
            <pc:docMk/>
            <pc:sldMk cId="1691980848" sldId="259"/>
            <ac:spMk id="14" creationId="{169C8BCB-4818-E1DD-1363-1DE0E74D3A4D}"/>
          </ac:spMkLst>
        </pc:spChg>
        <pc:spChg chg="mod">
          <ac:chgData name="SIVA KARTHIK ANUMALASETTY" userId="1c0108aeac7c715b" providerId="LiveId" clId="{B350F0BA-D7F9-43CF-9E67-80023F68CF67}" dt="2025-06-22T08:13:08.765" v="256" actId="2711"/>
          <ac:spMkLst>
            <pc:docMk/>
            <pc:sldMk cId="1691980848" sldId="259"/>
            <ac:spMk id="18" creationId="{48768CD3-33A1-9AA5-4BAC-E19A1BD0A924}"/>
          </ac:spMkLst>
        </pc:spChg>
        <pc:spChg chg="mod">
          <ac:chgData name="SIVA KARTHIK ANUMALASETTY" userId="1c0108aeac7c715b" providerId="LiveId" clId="{B350F0BA-D7F9-43CF-9E67-80023F68CF67}" dt="2025-06-22T08:13:08.765" v="256" actId="2711"/>
          <ac:spMkLst>
            <pc:docMk/>
            <pc:sldMk cId="1691980848" sldId="259"/>
            <ac:spMk id="24" creationId="{8892562D-A8EA-A39C-E017-D220C2431413}"/>
          </ac:spMkLst>
        </pc:spChg>
        <pc:spChg chg="mod">
          <ac:chgData name="SIVA KARTHIK ANUMALASETTY" userId="1c0108aeac7c715b" providerId="LiveId" clId="{B350F0BA-D7F9-43CF-9E67-80023F68CF67}" dt="2025-06-22T08:13:08.765" v="256" actId="2711"/>
          <ac:spMkLst>
            <pc:docMk/>
            <pc:sldMk cId="1691980848" sldId="259"/>
            <ac:spMk id="32" creationId="{53E6EBEA-30BA-8A79-0413-183353E37215}"/>
          </ac:spMkLst>
        </pc:spChg>
        <pc:spChg chg="mod">
          <ac:chgData name="SIVA KARTHIK ANUMALASETTY" userId="1c0108aeac7c715b" providerId="LiveId" clId="{B350F0BA-D7F9-43CF-9E67-80023F68CF67}" dt="2025-06-22T08:13:08.765" v="256" actId="2711"/>
          <ac:spMkLst>
            <pc:docMk/>
            <pc:sldMk cId="1691980848" sldId="259"/>
            <ac:spMk id="35" creationId="{A7B34CD3-A40C-141B-6554-D7A87B7FB625}"/>
          </ac:spMkLst>
        </pc:spChg>
        <pc:spChg chg="mod">
          <ac:chgData name="SIVA KARTHIK ANUMALASETTY" userId="1c0108aeac7c715b" providerId="LiveId" clId="{B350F0BA-D7F9-43CF-9E67-80023F68CF67}" dt="2025-06-22T08:13:08.765" v="256" actId="2711"/>
          <ac:spMkLst>
            <pc:docMk/>
            <pc:sldMk cId="1691980848" sldId="259"/>
            <ac:spMk id="40" creationId="{CE6A51BF-83DE-D2CF-3A4E-2F9D56ADBA75}"/>
          </ac:spMkLst>
        </pc:spChg>
      </pc:sldChg>
      <pc:sldChg chg="modSp mod">
        <pc:chgData name="SIVA KARTHIK ANUMALASETTY" userId="1c0108aeac7c715b" providerId="LiveId" clId="{B350F0BA-D7F9-43CF-9E67-80023F68CF67}" dt="2025-06-22T08:14:07.708" v="262" actId="1076"/>
        <pc:sldMkLst>
          <pc:docMk/>
          <pc:sldMk cId="3181824938" sldId="260"/>
        </pc:sldMkLst>
        <pc:spChg chg="mod">
          <ac:chgData name="SIVA KARTHIK ANUMALASETTY" userId="1c0108aeac7c715b" providerId="LiveId" clId="{B350F0BA-D7F9-43CF-9E67-80023F68CF67}" dt="2025-06-22T08:14:07.708" v="262" actId="1076"/>
          <ac:spMkLst>
            <pc:docMk/>
            <pc:sldMk cId="3181824938" sldId="260"/>
            <ac:spMk id="3" creationId="{1528CC56-FE82-E214-1A0F-371B6199D8E6}"/>
          </ac:spMkLst>
        </pc:spChg>
      </pc:sldChg>
      <pc:sldChg chg="modSp mod">
        <pc:chgData name="SIVA KARTHIK ANUMALASETTY" userId="1c0108aeac7c715b" providerId="LiveId" clId="{B350F0BA-D7F9-43CF-9E67-80023F68CF67}" dt="2025-06-22T08:13:27.893" v="257" actId="2711"/>
        <pc:sldMkLst>
          <pc:docMk/>
          <pc:sldMk cId="4246889802" sldId="261"/>
        </pc:sldMkLst>
        <pc:spChg chg="mod">
          <ac:chgData name="SIVA KARTHIK ANUMALASETTY" userId="1c0108aeac7c715b" providerId="LiveId" clId="{B350F0BA-D7F9-43CF-9E67-80023F68CF67}" dt="2025-06-22T08:13:27.893" v="257" actId="2711"/>
          <ac:spMkLst>
            <pc:docMk/>
            <pc:sldMk cId="4246889802" sldId="261"/>
            <ac:spMk id="3" creationId="{C3FE74A7-6EB6-5D78-C71C-B2C6F2527E1D}"/>
          </ac:spMkLst>
        </pc:spChg>
      </pc:sldChg>
      <pc:sldChg chg="addSp delSp modSp new mod">
        <pc:chgData name="SIVA KARTHIK ANUMALASETTY" userId="1c0108aeac7c715b" providerId="LiveId" clId="{B350F0BA-D7F9-43CF-9E67-80023F68CF67}" dt="2025-06-20T19:10:53.124" v="254" actId="1076"/>
        <pc:sldMkLst>
          <pc:docMk/>
          <pc:sldMk cId="3009350655" sldId="262"/>
        </pc:sldMkLst>
        <pc:spChg chg="add del mod">
          <ac:chgData name="SIVA KARTHIK ANUMALASETTY" userId="1c0108aeac7c715b" providerId="LiveId" clId="{B350F0BA-D7F9-43CF-9E67-80023F68CF67}" dt="2025-06-20T19:10:36.929" v="252" actId="14100"/>
          <ac:spMkLst>
            <pc:docMk/>
            <pc:sldMk cId="3009350655" sldId="262"/>
            <ac:spMk id="16" creationId="{EB16CB31-158F-3B62-6E00-34B8F26DDC6A}"/>
          </ac:spMkLst>
        </pc:spChg>
        <pc:spChg chg="add del mod">
          <ac:chgData name="SIVA KARTHIK ANUMALASETTY" userId="1c0108aeac7c715b" providerId="LiveId" clId="{B350F0BA-D7F9-43CF-9E67-80023F68CF67}" dt="2025-06-20T19:10:19.488" v="250" actId="1076"/>
          <ac:spMkLst>
            <pc:docMk/>
            <pc:sldMk cId="3009350655" sldId="262"/>
            <ac:spMk id="18" creationId="{F0D117D2-A4F4-1343-8A09-B13240CB488B}"/>
          </ac:spMkLst>
        </pc:spChg>
        <pc:spChg chg="add del mod">
          <ac:chgData name="SIVA KARTHIK ANUMALASETTY" userId="1c0108aeac7c715b" providerId="LiveId" clId="{B350F0BA-D7F9-43CF-9E67-80023F68CF67}" dt="2025-06-20T19:10:19.488" v="250" actId="1076"/>
          <ac:spMkLst>
            <pc:docMk/>
            <pc:sldMk cId="3009350655" sldId="262"/>
            <ac:spMk id="28" creationId="{05DA48B4-31F3-DF1A-8E37-5CC99E2601B4}"/>
          </ac:spMkLst>
        </pc:spChg>
        <pc:spChg chg="add del mod">
          <ac:chgData name="SIVA KARTHIK ANUMALASETTY" userId="1c0108aeac7c715b" providerId="LiveId" clId="{B350F0BA-D7F9-43CF-9E67-80023F68CF67}" dt="2025-06-20T19:10:19.488" v="250" actId="1076"/>
          <ac:spMkLst>
            <pc:docMk/>
            <pc:sldMk cId="3009350655" sldId="262"/>
            <ac:spMk id="34" creationId="{913A2781-1F97-EE7F-5C16-3EE8E6AC0D65}"/>
          </ac:spMkLst>
        </pc:spChg>
        <pc:spChg chg="add del mod">
          <ac:chgData name="SIVA KARTHIK ANUMALASETTY" userId="1c0108aeac7c715b" providerId="LiveId" clId="{B350F0BA-D7F9-43CF-9E67-80023F68CF67}" dt="2025-06-20T19:10:19.488" v="250" actId="1076"/>
          <ac:spMkLst>
            <pc:docMk/>
            <pc:sldMk cId="3009350655" sldId="262"/>
            <ac:spMk id="36" creationId="{B1C3E61E-DD77-90B4-A1ED-BD2C2087F978}"/>
          </ac:spMkLst>
        </pc:spChg>
        <pc:picChg chg="add del mod">
          <ac:chgData name="SIVA KARTHIK ANUMALASETTY" userId="1c0108aeac7c715b" providerId="LiveId" clId="{B350F0BA-D7F9-43CF-9E67-80023F68CF67}" dt="2025-06-20T19:10:19.488" v="250" actId="1076"/>
          <ac:picMkLst>
            <pc:docMk/>
            <pc:sldMk cId="3009350655" sldId="262"/>
            <ac:picMk id="14" creationId="{D1CAE8A4-4528-417D-7798-6E29A4B9BE89}"/>
          </ac:picMkLst>
        </pc:picChg>
        <pc:picChg chg="add del mod">
          <ac:chgData name="SIVA KARTHIK ANUMALASETTY" userId="1c0108aeac7c715b" providerId="LiveId" clId="{B350F0BA-D7F9-43CF-9E67-80023F68CF67}" dt="2025-06-20T19:10:19.488" v="250" actId="1076"/>
          <ac:picMkLst>
            <pc:docMk/>
            <pc:sldMk cId="3009350655" sldId="262"/>
            <ac:picMk id="26" creationId="{EDAF3F89-B3F9-B8B3-1D9C-C7D039866036}"/>
          </ac:picMkLst>
        </pc:picChg>
        <pc:picChg chg="add mod">
          <ac:chgData name="SIVA KARTHIK ANUMALASETTY" userId="1c0108aeac7c715b" providerId="LiveId" clId="{B350F0BA-D7F9-43CF-9E67-80023F68CF67}" dt="2025-06-20T19:10:53.124" v="254" actId="1076"/>
          <ac:picMkLst>
            <pc:docMk/>
            <pc:sldMk cId="3009350655" sldId="262"/>
            <ac:picMk id="38" creationId="{6B8FC7AF-FE32-8EA9-0FEF-C5F93D8799A8}"/>
          </ac:picMkLst>
        </pc:picChg>
        <pc:picChg chg="add del mod">
          <ac:chgData name="SIVA KARTHIK ANUMALASETTY" userId="1c0108aeac7c715b" providerId="LiveId" clId="{B350F0BA-D7F9-43CF-9E67-80023F68CF67}" dt="2025-06-20T19:10:19.488" v="250" actId="1076"/>
          <ac:picMkLst>
            <pc:docMk/>
            <pc:sldMk cId="3009350655" sldId="262"/>
            <ac:picMk id="1026" creationId="{B8744FDA-8629-D80B-6194-36FDB6F9302A}"/>
          </ac:picMkLst>
        </pc:picChg>
        <pc:picChg chg="add del mod">
          <ac:chgData name="SIVA KARTHIK ANUMALASETTY" userId="1c0108aeac7c715b" providerId="LiveId" clId="{B350F0BA-D7F9-43CF-9E67-80023F68CF67}" dt="2025-06-20T19:10:19.488" v="250" actId="1076"/>
          <ac:picMkLst>
            <pc:docMk/>
            <pc:sldMk cId="3009350655" sldId="262"/>
            <ac:picMk id="1028" creationId="{D1E4C2EC-05F2-CE35-B859-A3DD2B774FE9}"/>
          </ac:picMkLst>
        </pc:picChg>
      </pc:sldChg>
      <pc:sldChg chg="addSp modSp new mod ord">
        <pc:chgData name="SIVA KARTHIK ANUMALASETTY" userId="1c0108aeac7c715b" providerId="LiveId" clId="{B350F0BA-D7F9-43CF-9E67-80023F68CF67}" dt="2025-06-20T18:35:45.059" v="29" actId="1076"/>
        <pc:sldMkLst>
          <pc:docMk/>
          <pc:sldMk cId="1889744934" sldId="263"/>
        </pc:sldMkLst>
        <pc:spChg chg="add mod">
          <ac:chgData name="SIVA KARTHIK ANUMALASETTY" userId="1c0108aeac7c715b" providerId="LiveId" clId="{B350F0BA-D7F9-43CF-9E67-80023F68CF67}" dt="2025-06-20T18:35:45.059" v="29" actId="1076"/>
          <ac:spMkLst>
            <pc:docMk/>
            <pc:sldMk cId="1889744934" sldId="263"/>
            <ac:spMk id="3" creationId="{F47BBF4E-6D68-4FED-BF2A-5DE862988C50}"/>
          </ac:spMkLst>
        </pc:spChg>
        <pc:spChg chg="add mod">
          <ac:chgData name="SIVA KARTHIK ANUMALASETTY" userId="1c0108aeac7c715b" providerId="LiveId" clId="{B350F0BA-D7F9-43CF-9E67-80023F68CF67}" dt="2025-06-20T18:35:30.470" v="28" actId="255"/>
          <ac:spMkLst>
            <pc:docMk/>
            <pc:sldMk cId="1889744934" sldId="263"/>
            <ac:spMk id="5" creationId="{700F2B20-70D5-D79F-B9C3-2C69B12E9EDB}"/>
          </ac:spMkLst>
        </pc:spChg>
      </pc:sldChg>
      <pc:sldChg chg="addSp delSp modSp new mod">
        <pc:chgData name="SIVA KARTHIK ANUMALASETTY" userId="1c0108aeac7c715b" providerId="LiveId" clId="{B350F0BA-D7F9-43CF-9E67-80023F68CF67}" dt="2025-06-20T19:09:38.076" v="246" actId="14100"/>
        <pc:sldMkLst>
          <pc:docMk/>
          <pc:sldMk cId="3180206338" sldId="264"/>
        </pc:sldMkLst>
        <pc:spChg chg="add mod">
          <ac:chgData name="SIVA KARTHIK ANUMALASETTY" userId="1c0108aeac7c715b" providerId="LiveId" clId="{B350F0BA-D7F9-43CF-9E67-80023F68CF67}" dt="2025-06-20T18:59:27.462" v="177" actId="1076"/>
          <ac:spMkLst>
            <pc:docMk/>
            <pc:sldMk cId="3180206338" sldId="264"/>
            <ac:spMk id="7" creationId="{87933E00-9025-FEBF-BB8A-5310DCB8D2F1}"/>
          </ac:spMkLst>
        </pc:spChg>
        <pc:spChg chg="add mod">
          <ac:chgData name="SIVA KARTHIK ANUMALASETTY" userId="1c0108aeac7c715b" providerId="LiveId" clId="{B350F0BA-D7F9-43CF-9E67-80023F68CF67}" dt="2025-06-20T18:58:27.365" v="167" actId="1076"/>
          <ac:spMkLst>
            <pc:docMk/>
            <pc:sldMk cId="3180206338" sldId="264"/>
            <ac:spMk id="8" creationId="{D78CB955-0BD2-8B8A-D127-DA2444BE0432}"/>
          </ac:spMkLst>
        </pc:spChg>
        <pc:spChg chg="add mod">
          <ac:chgData name="SIVA KARTHIK ANUMALASETTY" userId="1c0108aeac7c715b" providerId="LiveId" clId="{B350F0BA-D7F9-43CF-9E67-80023F68CF67}" dt="2025-06-20T19:00:12.295" v="183" actId="1076"/>
          <ac:spMkLst>
            <pc:docMk/>
            <pc:sldMk cId="3180206338" sldId="264"/>
            <ac:spMk id="9" creationId="{3ED285A2-1AE3-E50B-5144-44320643B11E}"/>
          </ac:spMkLst>
        </pc:spChg>
        <pc:spChg chg="add mod">
          <ac:chgData name="SIVA KARTHIK ANUMALASETTY" userId="1c0108aeac7c715b" providerId="LiveId" clId="{B350F0BA-D7F9-43CF-9E67-80023F68CF67}" dt="2025-06-20T18:56:15.914" v="150" actId="1076"/>
          <ac:spMkLst>
            <pc:docMk/>
            <pc:sldMk cId="3180206338" sldId="264"/>
            <ac:spMk id="10" creationId="{7B38B74F-D302-1491-010F-7338258A27CA}"/>
          </ac:spMkLst>
        </pc:spChg>
        <pc:spChg chg="add mod">
          <ac:chgData name="SIVA KARTHIK ANUMALASETTY" userId="1c0108aeac7c715b" providerId="LiveId" clId="{B350F0BA-D7F9-43CF-9E67-80023F68CF67}" dt="2025-06-20T18:58:15.634" v="166" actId="1076"/>
          <ac:spMkLst>
            <pc:docMk/>
            <pc:sldMk cId="3180206338" sldId="264"/>
            <ac:spMk id="12" creationId="{B2D53449-A266-CCA8-B3C4-8AA282AA8A60}"/>
          </ac:spMkLst>
        </pc:spChg>
        <pc:spChg chg="add mod">
          <ac:chgData name="SIVA KARTHIK ANUMALASETTY" userId="1c0108aeac7c715b" providerId="LiveId" clId="{B350F0BA-D7F9-43CF-9E67-80023F68CF67}" dt="2025-06-20T18:56:09.444" v="149" actId="1076"/>
          <ac:spMkLst>
            <pc:docMk/>
            <pc:sldMk cId="3180206338" sldId="264"/>
            <ac:spMk id="14" creationId="{5ABC60B9-CEA7-48D0-AD23-EE069069DB0A}"/>
          </ac:spMkLst>
        </pc:spChg>
        <pc:spChg chg="add mod">
          <ac:chgData name="SIVA KARTHIK ANUMALASETTY" userId="1c0108aeac7c715b" providerId="LiveId" clId="{B350F0BA-D7F9-43CF-9E67-80023F68CF67}" dt="2025-06-20T18:56:38.844" v="154" actId="255"/>
          <ac:spMkLst>
            <pc:docMk/>
            <pc:sldMk cId="3180206338" sldId="264"/>
            <ac:spMk id="16" creationId="{93F2C784-A130-921F-7705-ECF9617FFAAB}"/>
          </ac:spMkLst>
        </pc:spChg>
        <pc:spChg chg="add mod">
          <ac:chgData name="SIVA KARTHIK ANUMALASETTY" userId="1c0108aeac7c715b" providerId="LiveId" clId="{B350F0BA-D7F9-43CF-9E67-80023F68CF67}" dt="2025-06-20T18:58:13.153" v="165" actId="1076"/>
          <ac:spMkLst>
            <pc:docMk/>
            <pc:sldMk cId="3180206338" sldId="264"/>
            <ac:spMk id="18" creationId="{CFD5EC65-009E-3B53-CE88-9B3EAC130690}"/>
          </ac:spMkLst>
        </pc:spChg>
        <pc:spChg chg="add mod">
          <ac:chgData name="SIVA KARTHIK ANUMALASETTY" userId="1c0108aeac7c715b" providerId="LiveId" clId="{B350F0BA-D7F9-43CF-9E67-80023F68CF67}" dt="2025-06-20T18:59:09.266" v="176" actId="14100"/>
          <ac:spMkLst>
            <pc:docMk/>
            <pc:sldMk cId="3180206338" sldId="264"/>
            <ac:spMk id="20" creationId="{FA190A2A-021A-FA50-B5BC-7E108B4FD0E8}"/>
          </ac:spMkLst>
        </pc:spChg>
        <pc:spChg chg="add mod">
          <ac:chgData name="SIVA KARTHIK ANUMALASETTY" userId="1c0108aeac7c715b" providerId="LiveId" clId="{B350F0BA-D7F9-43CF-9E67-80023F68CF67}" dt="2025-06-20T19:00:05.054" v="182" actId="14100"/>
          <ac:spMkLst>
            <pc:docMk/>
            <pc:sldMk cId="3180206338" sldId="264"/>
            <ac:spMk id="22" creationId="{5A7FB2D5-6E7F-F2D9-A403-F0E539EC808B}"/>
          </ac:spMkLst>
        </pc:spChg>
        <pc:spChg chg="add mod">
          <ac:chgData name="SIVA KARTHIK ANUMALASETTY" userId="1c0108aeac7c715b" providerId="LiveId" clId="{B350F0BA-D7F9-43CF-9E67-80023F68CF67}" dt="2025-06-20T19:01:03.100" v="192" actId="1076"/>
          <ac:spMkLst>
            <pc:docMk/>
            <pc:sldMk cId="3180206338" sldId="264"/>
            <ac:spMk id="24" creationId="{007E7411-3212-FB2E-DFA0-77517F4E2E40}"/>
          </ac:spMkLst>
        </pc:spChg>
        <pc:picChg chg="add mod">
          <ac:chgData name="SIVA KARTHIK ANUMALASETTY" userId="1c0108aeac7c715b" providerId="LiveId" clId="{B350F0BA-D7F9-43CF-9E67-80023F68CF67}" dt="2025-06-20T19:09:38.076" v="246" actId="14100"/>
          <ac:picMkLst>
            <pc:docMk/>
            <pc:sldMk cId="3180206338" sldId="264"/>
            <ac:picMk id="28" creationId="{0851E544-ED7E-7477-BABB-A9703F9E49E3}"/>
          </ac:picMkLst>
        </pc:picChg>
      </pc:sldChg>
      <pc:sldChg chg="addSp modSp new mod ord">
        <pc:chgData name="SIVA KARTHIK ANUMALASETTY" userId="1c0108aeac7c715b" providerId="LiveId" clId="{B350F0BA-D7F9-43CF-9E67-80023F68CF67}" dt="2025-06-22T10:52:47.965" v="350" actId="20577"/>
        <pc:sldMkLst>
          <pc:docMk/>
          <pc:sldMk cId="1594912980" sldId="265"/>
        </pc:sldMkLst>
        <pc:spChg chg="add mod">
          <ac:chgData name="SIVA KARTHIK ANUMALASETTY" userId="1c0108aeac7c715b" providerId="LiveId" clId="{B350F0BA-D7F9-43CF-9E67-80023F68CF67}" dt="2025-06-22T10:52:47.965" v="350" actId="20577"/>
          <ac:spMkLst>
            <pc:docMk/>
            <pc:sldMk cId="1594912980" sldId="265"/>
            <ac:spMk id="4" creationId="{1B39FFF2-D62A-78B1-B121-006C53A1419F}"/>
          </ac:spMkLst>
        </pc:spChg>
        <pc:picChg chg="add mod modCrop">
          <ac:chgData name="SIVA KARTHIK ANUMALASETTY" userId="1c0108aeac7c715b" providerId="LiveId" clId="{B350F0BA-D7F9-43CF-9E67-80023F68CF67}" dt="2025-06-22T08:29:23.541" v="268" actId="1076"/>
          <ac:picMkLst>
            <pc:docMk/>
            <pc:sldMk cId="1594912980" sldId="265"/>
            <ac:picMk id="3" creationId="{F4F18E6D-5C12-9AE4-3477-500F3EF06ADF}"/>
          </ac:picMkLst>
        </pc:picChg>
      </pc:sldChg>
      <pc:sldChg chg="addSp delSp modSp new mod">
        <pc:chgData name="SIVA KARTHIK ANUMALASETTY" userId="1c0108aeac7c715b" providerId="LiveId" clId="{B350F0BA-D7F9-43CF-9E67-80023F68CF67}" dt="2025-06-22T10:52:28.954" v="332" actId="14100"/>
        <pc:sldMkLst>
          <pc:docMk/>
          <pc:sldMk cId="2554543105" sldId="266"/>
        </pc:sldMkLst>
        <pc:picChg chg="add mod modCrop">
          <ac:chgData name="SIVA KARTHIK ANUMALASETTY" userId="1c0108aeac7c715b" providerId="LiveId" clId="{B350F0BA-D7F9-43CF-9E67-80023F68CF67}" dt="2025-06-22T10:52:28.954" v="332" actId="14100"/>
          <ac:picMkLst>
            <pc:docMk/>
            <pc:sldMk cId="2554543105" sldId="266"/>
            <ac:picMk id="17" creationId="{CDA085C6-AD99-72A3-F675-FA4E56EFF9F6}"/>
          </ac:picMkLst>
        </pc:picChg>
      </pc:sldChg>
      <pc:sldChg chg="addSp delSp modSp new mod">
        <pc:chgData name="SIVA KARTHIK ANUMALASETTY" userId="1c0108aeac7c715b" providerId="LiveId" clId="{B350F0BA-D7F9-43CF-9E67-80023F68CF67}" dt="2025-06-28T16:43:20.034" v="609" actId="1076"/>
        <pc:sldMkLst>
          <pc:docMk/>
          <pc:sldMk cId="4199705044" sldId="267"/>
        </pc:sldMkLst>
        <pc:spChg chg="add mod">
          <ac:chgData name="SIVA KARTHIK ANUMALASETTY" userId="1c0108aeac7c715b" providerId="LiveId" clId="{B350F0BA-D7F9-43CF-9E67-80023F68CF67}" dt="2025-06-22T10:55:46.771" v="374" actId="14100"/>
          <ac:spMkLst>
            <pc:docMk/>
            <pc:sldMk cId="4199705044" sldId="267"/>
            <ac:spMk id="2" creationId="{5B3F081F-5B30-03FF-5679-ACDF7A53E9F3}"/>
          </ac:spMkLst>
        </pc:spChg>
        <pc:spChg chg="add mod">
          <ac:chgData name="SIVA KARTHIK ANUMALASETTY" userId="1c0108aeac7c715b" providerId="LiveId" clId="{B350F0BA-D7F9-43CF-9E67-80023F68CF67}" dt="2025-06-28T16:43:20.034" v="609" actId="1076"/>
          <ac:spMkLst>
            <pc:docMk/>
            <pc:sldMk cId="4199705044" sldId="267"/>
            <ac:spMk id="3" creationId="{D665629E-68AF-64FA-B6CD-32E8253CE650}"/>
          </ac:spMkLst>
        </pc:spChg>
        <pc:spChg chg="add mod">
          <ac:chgData name="SIVA KARTHIK ANUMALASETTY" userId="1c0108aeac7c715b" providerId="LiveId" clId="{B350F0BA-D7F9-43CF-9E67-80023F68CF67}" dt="2025-06-22T10:58:58.513" v="433" actId="1076"/>
          <ac:spMkLst>
            <pc:docMk/>
            <pc:sldMk cId="4199705044" sldId="267"/>
            <ac:spMk id="6" creationId="{BC0E0797-EB59-E35F-1155-98550D492EE3}"/>
          </ac:spMkLst>
        </pc:spChg>
        <pc:spChg chg="add mod">
          <ac:chgData name="SIVA KARTHIK ANUMALASETTY" userId="1c0108aeac7c715b" providerId="LiveId" clId="{B350F0BA-D7F9-43CF-9E67-80023F68CF67}" dt="2025-06-28T16:40:31.169" v="567" actId="1076"/>
          <ac:spMkLst>
            <pc:docMk/>
            <pc:sldMk cId="4199705044" sldId="267"/>
            <ac:spMk id="7" creationId="{B98F225D-AB03-A845-059C-B4FE2EBBE1CE}"/>
          </ac:spMkLst>
        </pc:spChg>
        <pc:spChg chg="add mod">
          <ac:chgData name="SIVA KARTHIK ANUMALASETTY" userId="1c0108aeac7c715b" providerId="LiveId" clId="{B350F0BA-D7F9-43CF-9E67-80023F68CF67}" dt="2025-06-28T16:40:54.507" v="571" actId="1076"/>
          <ac:spMkLst>
            <pc:docMk/>
            <pc:sldMk cId="4199705044" sldId="267"/>
            <ac:spMk id="9" creationId="{9969A1D4-E20F-833B-4BF6-EDEBDFE591E1}"/>
          </ac:spMkLst>
        </pc:spChg>
        <pc:spChg chg="add mod">
          <ac:chgData name="SIVA KARTHIK ANUMALASETTY" userId="1c0108aeac7c715b" providerId="LiveId" clId="{B350F0BA-D7F9-43CF-9E67-80023F68CF67}" dt="2025-06-28T16:43:15.082" v="608" actId="1076"/>
          <ac:spMkLst>
            <pc:docMk/>
            <pc:sldMk cId="4199705044" sldId="267"/>
            <ac:spMk id="10" creationId="{9318D61A-DEFC-1D11-2091-9EB655971C77}"/>
          </ac:spMkLst>
        </pc:spChg>
        <pc:spChg chg="add mod">
          <ac:chgData name="SIVA KARTHIK ANUMALASETTY" userId="1c0108aeac7c715b" providerId="LiveId" clId="{B350F0BA-D7F9-43CF-9E67-80023F68CF67}" dt="2025-06-28T16:43:08.201" v="606" actId="1076"/>
          <ac:spMkLst>
            <pc:docMk/>
            <pc:sldMk cId="4199705044" sldId="267"/>
            <ac:spMk id="12" creationId="{B235A7B8-DF1A-6CA2-0047-F53E180D8578}"/>
          </ac:spMkLst>
        </pc:spChg>
      </pc:sldChg>
      <pc:sldChg chg="addSp modSp new mod">
        <pc:chgData name="SIVA KARTHIK ANUMALASETTY" userId="1c0108aeac7c715b" providerId="LiveId" clId="{B350F0BA-D7F9-43CF-9E67-80023F68CF67}" dt="2025-06-28T16:48:33.600" v="784" actId="1076"/>
        <pc:sldMkLst>
          <pc:docMk/>
          <pc:sldMk cId="2226756181" sldId="268"/>
        </pc:sldMkLst>
        <pc:spChg chg="add mod">
          <ac:chgData name="SIVA KARTHIK ANUMALASETTY" userId="1c0108aeac7c715b" providerId="LiveId" clId="{B350F0BA-D7F9-43CF-9E67-80023F68CF67}" dt="2025-06-28T16:45:09.186" v="628" actId="1076"/>
          <ac:spMkLst>
            <pc:docMk/>
            <pc:sldMk cId="2226756181" sldId="268"/>
            <ac:spMk id="4" creationId="{B8652CDB-387E-4E73-A018-C39AD6DC2B1B}"/>
          </ac:spMkLst>
        </pc:spChg>
        <pc:spChg chg="add mod">
          <ac:chgData name="SIVA KARTHIK ANUMALASETTY" userId="1c0108aeac7c715b" providerId="LiveId" clId="{B350F0BA-D7F9-43CF-9E67-80023F68CF67}" dt="2025-06-28T16:47:40.798" v="706" actId="1076"/>
          <ac:spMkLst>
            <pc:docMk/>
            <pc:sldMk cId="2226756181" sldId="268"/>
            <ac:spMk id="7" creationId="{CF8DD081-B9FC-3E7D-931D-40E6489B1D9E}"/>
          </ac:spMkLst>
        </pc:spChg>
        <pc:spChg chg="add mod">
          <ac:chgData name="SIVA KARTHIK ANUMALASETTY" userId="1c0108aeac7c715b" providerId="LiveId" clId="{B350F0BA-D7F9-43CF-9E67-80023F68CF67}" dt="2025-06-28T16:48:33.600" v="784" actId="1076"/>
          <ac:spMkLst>
            <pc:docMk/>
            <pc:sldMk cId="2226756181" sldId="268"/>
            <ac:spMk id="8" creationId="{ECAAF2C1-7716-E946-D97C-3EF480D6820B}"/>
          </ac:spMkLst>
        </pc:spChg>
        <pc:picChg chg="add mod modCrop">
          <ac:chgData name="SIVA KARTHIK ANUMALASETTY" userId="1c0108aeac7c715b" providerId="LiveId" clId="{B350F0BA-D7F9-43CF-9E67-80023F68CF67}" dt="2025-06-28T16:45:13.108" v="629" actId="1076"/>
          <ac:picMkLst>
            <pc:docMk/>
            <pc:sldMk cId="2226756181" sldId="268"/>
            <ac:picMk id="3" creationId="{FB6DDBAE-F55A-7D0F-061E-ED9EF5532BB4}"/>
          </ac:picMkLst>
        </pc:picChg>
        <pc:picChg chg="add mod modCrop">
          <ac:chgData name="SIVA KARTHIK ANUMALASETTY" userId="1c0108aeac7c715b" providerId="LiveId" clId="{B350F0BA-D7F9-43CF-9E67-80023F68CF67}" dt="2025-06-28T16:46:54.957" v="639" actId="1076"/>
          <ac:picMkLst>
            <pc:docMk/>
            <pc:sldMk cId="2226756181" sldId="268"/>
            <ac:picMk id="6" creationId="{E64F1823-20A0-BFC2-54B9-30B6088985BE}"/>
          </ac:picMkLst>
        </pc:picChg>
      </pc:sldChg>
      <pc:sldChg chg="addSp modSp new mod">
        <pc:chgData name="SIVA KARTHIK ANUMALASETTY" userId="1c0108aeac7c715b" providerId="LiveId" clId="{B350F0BA-D7F9-43CF-9E67-80023F68CF67}" dt="2025-06-28T16:54:04.468" v="1102" actId="1076"/>
        <pc:sldMkLst>
          <pc:docMk/>
          <pc:sldMk cId="1298504693" sldId="269"/>
        </pc:sldMkLst>
        <pc:spChg chg="add mod">
          <ac:chgData name="SIVA KARTHIK ANUMALASETTY" userId="1c0108aeac7c715b" providerId="LiveId" clId="{B350F0BA-D7F9-43CF-9E67-80023F68CF67}" dt="2025-06-28T16:50:04.213" v="804" actId="1076"/>
          <ac:spMkLst>
            <pc:docMk/>
            <pc:sldMk cId="1298504693" sldId="269"/>
            <ac:spMk id="2" creationId="{A56F5AD4-8FFE-16FD-7419-40B06D349599}"/>
          </ac:spMkLst>
        </pc:spChg>
        <pc:spChg chg="add mod">
          <ac:chgData name="SIVA KARTHIK ANUMALASETTY" userId="1c0108aeac7c715b" providerId="LiveId" clId="{B350F0BA-D7F9-43CF-9E67-80023F68CF67}" dt="2025-06-28T16:52:03.024" v="951" actId="1076"/>
          <ac:spMkLst>
            <pc:docMk/>
            <pc:sldMk cId="1298504693" sldId="269"/>
            <ac:spMk id="3" creationId="{2002B071-FC10-7FC3-2DEB-BFE836ED61A2}"/>
          </ac:spMkLst>
        </pc:spChg>
        <pc:spChg chg="add mod">
          <ac:chgData name="SIVA KARTHIK ANUMALASETTY" userId="1c0108aeac7c715b" providerId="LiveId" clId="{B350F0BA-D7F9-43CF-9E67-80023F68CF67}" dt="2025-06-28T16:52:27.389" v="970" actId="1076"/>
          <ac:spMkLst>
            <pc:docMk/>
            <pc:sldMk cId="1298504693" sldId="269"/>
            <ac:spMk id="4" creationId="{18C558A6-9891-87C1-D59E-E82235CE887E}"/>
          </ac:spMkLst>
        </pc:spChg>
        <pc:spChg chg="add mod">
          <ac:chgData name="SIVA KARTHIK ANUMALASETTY" userId="1c0108aeac7c715b" providerId="LiveId" clId="{B350F0BA-D7F9-43CF-9E67-80023F68CF67}" dt="2025-06-28T16:54:04.468" v="1102" actId="1076"/>
          <ac:spMkLst>
            <pc:docMk/>
            <pc:sldMk cId="1298504693" sldId="269"/>
            <ac:spMk id="5" creationId="{A0E62EF6-D759-31CF-12A7-3C7CE91245C3}"/>
          </ac:spMkLst>
        </pc:spChg>
      </pc:sldChg>
      <pc:sldChg chg="addSp modSp new mod">
        <pc:chgData name="SIVA KARTHIK ANUMALASETTY" userId="1c0108aeac7c715b" providerId="LiveId" clId="{B350F0BA-D7F9-43CF-9E67-80023F68CF67}" dt="2025-06-28T16:56:32.522" v="1147" actId="1076"/>
        <pc:sldMkLst>
          <pc:docMk/>
          <pc:sldMk cId="574317834" sldId="270"/>
        </pc:sldMkLst>
        <pc:spChg chg="add mod">
          <ac:chgData name="SIVA KARTHIK ANUMALASETTY" userId="1c0108aeac7c715b" providerId="LiveId" clId="{B350F0BA-D7F9-43CF-9E67-80023F68CF67}" dt="2025-06-28T16:55:02.309" v="1119" actId="1076"/>
          <ac:spMkLst>
            <pc:docMk/>
            <pc:sldMk cId="574317834" sldId="270"/>
            <ac:spMk id="2" creationId="{D0A04E6C-9993-290C-8852-62D524B4D375}"/>
          </ac:spMkLst>
        </pc:spChg>
        <pc:spChg chg="add mod">
          <ac:chgData name="SIVA KARTHIK ANUMALASETTY" userId="1c0108aeac7c715b" providerId="LiveId" clId="{B350F0BA-D7F9-43CF-9E67-80023F68CF67}" dt="2025-06-28T16:56:32.522" v="1147" actId="1076"/>
          <ac:spMkLst>
            <pc:docMk/>
            <pc:sldMk cId="574317834" sldId="270"/>
            <ac:spMk id="3" creationId="{4F1F0372-7F59-72AC-1F16-9AE585AE50C6}"/>
          </ac:spMkLst>
        </pc:spChg>
      </pc:sldChg>
      <pc:sldChg chg="addSp delSp modSp new mod">
        <pc:chgData name="SIVA KARTHIK ANUMALASETTY" userId="1c0108aeac7c715b" providerId="LiveId" clId="{B350F0BA-D7F9-43CF-9E67-80023F68CF67}" dt="2025-06-28T17:01:11.048" v="1163"/>
        <pc:sldMkLst>
          <pc:docMk/>
          <pc:sldMk cId="1364873153" sldId="271"/>
        </pc:sldMkLst>
        <pc:picChg chg="add">
          <ac:chgData name="SIVA KARTHIK ANUMALASETTY" userId="1c0108aeac7c715b" providerId="LiveId" clId="{B350F0BA-D7F9-43CF-9E67-80023F68CF67}" dt="2025-06-28T17:01:11.048" v="1163"/>
          <ac:picMkLst>
            <pc:docMk/>
            <pc:sldMk cId="1364873153" sldId="271"/>
            <ac:picMk id="2050" creationId="{1BE18497-3A9D-10CE-8450-2D5AB305CA75}"/>
          </ac:picMkLst>
        </pc:picChg>
      </pc:sldChg>
    </pc:docChg>
  </pc:docChgLst>
  <pc:docChgLst>
    <pc:chgData name="SIVA KARTHIK ANUMALASETTY" userId="1c0108aeac7c715b" providerId="LiveId" clId="{FB9B63D1-2CD2-492E-BBD0-272D0DB4721C}"/>
    <pc:docChg chg="custSel modSld">
      <pc:chgData name="SIVA KARTHIK ANUMALASETTY" userId="1c0108aeac7c715b" providerId="LiveId" clId="{FB9B63D1-2CD2-492E-BBD0-272D0DB4721C}" dt="2025-07-03T13:04:47.227" v="161" actId="14100"/>
      <pc:docMkLst>
        <pc:docMk/>
      </pc:docMkLst>
      <pc:sldChg chg="addSp delSp modSp mod">
        <pc:chgData name="SIVA KARTHIK ANUMALASETTY" userId="1c0108aeac7c715b" providerId="LiveId" clId="{FB9B63D1-2CD2-492E-BBD0-272D0DB4721C}" dt="2025-07-03T13:04:47.227" v="161" actId="14100"/>
        <pc:sldMkLst>
          <pc:docMk/>
          <pc:sldMk cId="2055605568" sldId="256"/>
        </pc:sldMkLst>
        <pc:spChg chg="mod">
          <ac:chgData name="SIVA KARTHIK ANUMALASETTY" userId="1c0108aeac7c715b" providerId="LiveId" clId="{FB9B63D1-2CD2-492E-BBD0-272D0DB4721C}" dt="2025-07-03T13:04:31.123" v="158" actId="20577"/>
          <ac:spMkLst>
            <pc:docMk/>
            <pc:sldMk cId="2055605568" sldId="256"/>
            <ac:spMk id="2" creationId="{B3F5A781-5BAC-9616-36A1-608CD450CE66}"/>
          </ac:spMkLst>
        </pc:spChg>
        <pc:spChg chg="add mod">
          <ac:chgData name="SIVA KARTHIK ANUMALASETTY" userId="1c0108aeac7c715b" providerId="LiveId" clId="{FB9B63D1-2CD2-492E-BBD0-272D0DB4721C}" dt="2025-07-03T13:04:04.060" v="118" actId="2711"/>
          <ac:spMkLst>
            <pc:docMk/>
            <pc:sldMk cId="2055605568" sldId="256"/>
            <ac:spMk id="5" creationId="{7BF3B383-67EB-F911-7913-230B3C4ED7BC}"/>
          </ac:spMkLst>
        </pc:spChg>
        <pc:spChg chg="mod">
          <ac:chgData name="SIVA KARTHIK ANUMALASETTY" userId="1c0108aeac7c715b" providerId="LiveId" clId="{FB9B63D1-2CD2-492E-BBD0-272D0DB4721C}" dt="2025-07-03T13:03:15.671" v="94" actId="1076"/>
          <ac:spMkLst>
            <pc:docMk/>
            <pc:sldMk cId="2055605568" sldId="256"/>
            <ac:spMk id="6" creationId="{4F5D2FA8-393E-C3D3-7F02-0D7B8AFF70F9}"/>
          </ac:spMkLst>
        </pc:spChg>
        <pc:spChg chg="mod">
          <ac:chgData name="SIVA KARTHIK ANUMALASETTY" userId="1c0108aeac7c715b" providerId="LiveId" clId="{FB9B63D1-2CD2-492E-BBD0-272D0DB4721C}" dt="2025-07-03T13:03:22.814" v="95" actId="1076"/>
          <ac:spMkLst>
            <pc:docMk/>
            <pc:sldMk cId="2055605568" sldId="256"/>
            <ac:spMk id="7" creationId="{2BE907A6-F417-888A-0108-C84DA41BCA7C}"/>
          </ac:spMkLst>
        </pc:spChg>
        <pc:spChg chg="mod">
          <ac:chgData name="SIVA KARTHIK ANUMALASETTY" userId="1c0108aeac7c715b" providerId="LiveId" clId="{FB9B63D1-2CD2-492E-BBD0-272D0DB4721C}" dt="2025-07-03T13:04:41.528" v="159" actId="1076"/>
          <ac:spMkLst>
            <pc:docMk/>
            <pc:sldMk cId="2055605568" sldId="256"/>
            <ac:spMk id="10" creationId="{3D1CAC0B-88DF-DDF0-8A04-9AE910EE60AC}"/>
          </ac:spMkLst>
        </pc:spChg>
        <pc:spChg chg="del mod">
          <ac:chgData name="SIVA KARTHIK ANUMALASETTY" userId="1c0108aeac7c715b" providerId="LiveId" clId="{FB9B63D1-2CD2-492E-BBD0-272D0DB4721C}" dt="2025-07-03T13:02:19.530" v="45" actId="478"/>
          <ac:spMkLst>
            <pc:docMk/>
            <pc:sldMk cId="2055605568" sldId="256"/>
            <ac:spMk id="11" creationId="{AF053999-E53D-18F2-2D35-80F488876BD8}"/>
          </ac:spMkLst>
        </pc:spChg>
        <pc:picChg chg="add mod">
          <ac:chgData name="SIVA KARTHIK ANUMALASETTY" userId="1c0108aeac7c715b" providerId="LiveId" clId="{FB9B63D1-2CD2-492E-BBD0-272D0DB4721C}" dt="2025-07-03T13:04:47.227" v="161" actId="14100"/>
          <ac:picMkLst>
            <pc:docMk/>
            <pc:sldMk cId="2055605568" sldId="256"/>
            <ac:picMk id="4" creationId="{B884F8FA-B5E1-E14B-503A-C4829FCDFC1F}"/>
          </ac:picMkLst>
        </pc:picChg>
        <pc:picChg chg="del">
          <ac:chgData name="SIVA KARTHIK ANUMALASETTY" userId="1c0108aeac7c715b" providerId="LiveId" clId="{FB9B63D1-2CD2-492E-BBD0-272D0DB4721C}" dt="2025-07-03T13:01:55.388" v="0" actId="478"/>
          <ac:picMkLst>
            <pc:docMk/>
            <pc:sldMk cId="2055605568" sldId="256"/>
            <ac:picMk id="9" creationId="{0CF6B997-846D-9039-5F8A-1D2F410D79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9B8C-8FCC-04A9-965E-87F20EC24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F2805-9EC2-3841-B9FF-77758755F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5C293-22D9-7DFD-5529-D9CA8214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53AB7-23AC-3582-D506-94B4FA15C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F861B-1556-E248-F032-B93D60CC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713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5088-CED7-5FB3-7C8C-9CD29F88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767F-AA69-DD9E-FEE9-38D0E1048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B9772-4175-4B01-DAE6-A400AB1FC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A27DD-97C1-74F5-492C-43DCDA72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F45C2-8CF8-7DA0-DF86-74E26BCC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027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8D7F-EEFC-045C-C578-96D622C3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811C8-1DDE-AB1A-E7C5-DCAB1C9F9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324DA-9BC4-478E-01B0-226517D5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F3EA9-631A-01AE-4F6B-8AB565EDB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43117-5F59-D793-0F30-2205CC22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66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F949E-F587-F008-DC32-DB619BFC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CBBF9-7A68-3177-BC9F-A3608AE6F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B1283-D580-BD44-D174-2D94BC9D9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6F089-AE1B-31BD-26C9-AE1D58D1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658F4-0EBB-FDD5-D5A0-4A5AFDF78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91B40-36BC-6F5C-97AF-068D9E2CE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450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64C0-119A-702F-095C-14FC3746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09FC3-9415-0CBE-A8F6-B982C3C1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F832A-1D71-D90E-CFBB-4C1BD58E7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0A92C-368B-8BC8-AE48-972CAE33D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DA2A6-D2C8-0237-1F8B-2E2182353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FC8D8-9CCC-A314-1696-EB95E3F04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66D84-B4C1-1F58-D64E-D2B1AE9E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F5E65F-03F8-7873-4741-6580606A8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56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D6CE4-3266-6738-CEB9-DE8574AF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4BA35-B442-A226-F994-52B78ED8C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F824D-785B-A238-9C77-10A8B855E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D0F3C-F81B-710D-1361-33033394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761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F3A9A-8591-40FC-9117-C19B2C88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932CF-AF23-4781-1F57-E746BE817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AD053-2391-1474-CCAF-74FC4DB0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84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28F0-D384-867C-8DA6-AC6C32D9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31B40-5089-C0D4-2BAC-05E0E22B1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42506-ABDE-EB00-3DE7-238C5BA3F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CA36F-C302-BFB7-CBEA-8C028745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98E63-D2F1-8974-202C-C3AA747D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A1933-58B7-4E6B-C7BF-1D1AC74D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080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2F3A-5564-D6BE-33D0-537744BD4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78182-4C95-F4F5-BF37-ED2403E78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C2A92-0D88-CC7A-DB9C-435836FF3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EC36B-42C6-98E7-D84B-743F7295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23824-CBBF-2BDC-CCC6-6A343123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7AA12-18C0-DCD1-4356-2967728B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10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5814-136B-5A20-978D-A7EC2B01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8DB24-32DD-A4DE-E020-749FD67A4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1893B-D7D0-912E-CF98-4F239A9F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4E941-DD86-7ABE-D3F3-C6E30FF8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F7644-E09B-1526-E46E-93B4B6FC9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014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1A22C-E1F2-25A8-4A50-0C5BCC34D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4597F-AAF3-B66A-A08D-7809924FD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B5208-A2C4-EEF9-A14C-DF5BFB66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BF18C-6C72-E151-9F30-66E2DF928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E91C6-215F-6386-7E57-2EE9856B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71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32214-48F8-5C29-4DD4-0CC27CD18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FF954-13A6-5C91-5554-9C63FB553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BF355-748B-7D06-7B51-CE087D9B0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0255B-8C9E-4BC9-857E-EAA7DBDBDB26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1CE2E-B15B-7666-946C-8E4464C51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FBC7C-6C8E-E032-9A65-45F58A53F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D00CE-C026-455B-B75E-5243AEB6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94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0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9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A781-5BAC-9616-36A1-608CD450C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7" y="506187"/>
            <a:ext cx="9144000" cy="97903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D2FA8-393E-C3D3-7F02-0D7B8AFF70F9}"/>
              </a:ext>
            </a:extLst>
          </p:cNvPr>
          <p:cNvSpPr txBox="1"/>
          <p:nvPr/>
        </p:nvSpPr>
        <p:spPr>
          <a:xfrm>
            <a:off x="810531" y="4481688"/>
            <a:ext cx="3249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A.SIVA KARTHIK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A.MOHANA MADHUMITHA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B.DIVYA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SK.KARISHMA NAZMOON</a:t>
            </a:r>
          </a:p>
          <a:p>
            <a:pPr marL="457200" indent="-457200">
              <a:buAutoNum type="alphaU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U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E907A6-F417-888A-0108-C84DA41BCA7C}"/>
              </a:ext>
            </a:extLst>
          </p:cNvPr>
          <p:cNvSpPr txBox="1"/>
          <p:nvPr/>
        </p:nvSpPr>
        <p:spPr>
          <a:xfrm>
            <a:off x="4496920" y="4472064"/>
            <a:ext cx="2754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22NE1A0405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22NE1A0403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22NE1A0418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22NE1A0433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CAC0B-88DF-DDF0-8A04-9AE910EE60AC}"/>
              </a:ext>
            </a:extLst>
          </p:cNvPr>
          <p:cNvSpPr txBox="1"/>
          <p:nvPr/>
        </p:nvSpPr>
        <p:spPr>
          <a:xfrm>
            <a:off x="810531" y="2468508"/>
            <a:ext cx="2730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Guidance of: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Uma Maheswar Rao Sir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4F8FA-B5E1-E14B-503A-C4829FCDF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006" y="1961720"/>
            <a:ext cx="3928528" cy="3876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F3B383-67EB-F911-7913-230B3C4ED7BC}"/>
              </a:ext>
            </a:extLst>
          </p:cNvPr>
          <p:cNvSpPr txBox="1"/>
          <p:nvPr/>
        </p:nvSpPr>
        <p:spPr>
          <a:xfrm>
            <a:off x="810531" y="4098126"/>
            <a:ext cx="1785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05560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90CA2-673F-401D-ABBB-5A18794DB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88211"/>
            <a:ext cx="6266608" cy="1795219"/>
          </a:xfrm>
        </p:spPr>
        <p:txBody>
          <a:bodyPr>
            <a:noAutofit/>
          </a:bodyPr>
          <a:lstStyle/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Door Lock System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FCFADF5-3816-C7EB-946C-B5B777A0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783430"/>
            <a:ext cx="561924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details the development of a secure, low-cost, password-protected smart door lock system utilizing Arduino.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explore the system's design, components, working principles, and potential enhancements, highlighting its practical applications in various settings.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intuitive design and reliable components, it blends affordability, efficiency, and enhanced security in one solution.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D0A3F9-B395-DFCB-D280-E7AA0732C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188" y="0"/>
            <a:ext cx="4965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4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28CC56-FE82-E214-1A0F-371B6199D8E6}"/>
              </a:ext>
            </a:extLst>
          </p:cNvPr>
          <p:cNvSpPr txBox="1"/>
          <p:nvPr/>
        </p:nvSpPr>
        <p:spPr>
          <a:xfrm>
            <a:off x="6096000" y="858741"/>
            <a:ext cx="559771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Enhancing Security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of Traditional Locks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mechanical locks are susceptible to picking, bumping, and forced entry, posing significant security risks.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or Theft of Keys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keys can be easily lost, stolen, or duplicated, compromising access control and requiring costly lock replacements.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Access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locks offer limited control over who enters and when, making it difficult to manage access for multiple users or temporary visitors.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BA4B8A-23A1-FE9F-C3A5-1537422ED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3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824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D6C0-3E3F-0759-4579-6D521FE9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846" y="365125"/>
            <a:ext cx="3264462" cy="46988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E6183-C0E4-D6FD-78A8-B74037D6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31" y="1368832"/>
            <a:ext cx="469885" cy="469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C65077-1F23-4DC2-C866-838F0617326D}"/>
              </a:ext>
            </a:extLst>
          </p:cNvPr>
          <p:cNvSpPr txBox="1"/>
          <p:nvPr/>
        </p:nvSpPr>
        <p:spPr>
          <a:xfrm>
            <a:off x="1198731" y="1984096"/>
            <a:ext cx="1832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board for processing logic.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7E2622-42DD-CEB3-732A-C7FD5CE8F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308" y="1368832"/>
            <a:ext cx="528750" cy="4698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FB2D65-4A02-B19B-5B92-F3E999DE02AE}"/>
              </a:ext>
            </a:extLst>
          </p:cNvPr>
          <p:cNvSpPr txBox="1"/>
          <p:nvPr/>
        </p:nvSpPr>
        <p:spPr>
          <a:xfrm>
            <a:off x="4063980" y="1988091"/>
            <a:ext cx="1832882" cy="959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4x4 Keypad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entering the password.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9C8BCB-4818-E1DD-1363-1DE0E74D3A4D}"/>
              </a:ext>
            </a:extLst>
          </p:cNvPr>
          <p:cNvSpPr txBox="1"/>
          <p:nvPr/>
        </p:nvSpPr>
        <p:spPr>
          <a:xfrm>
            <a:off x="6557211" y="2060219"/>
            <a:ext cx="1832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16x2 LCD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displaying user prompts and status.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288ECE-80E5-F684-3625-6A40820D5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211" y="1368832"/>
            <a:ext cx="587500" cy="4698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8768CD3-33A1-9AA5-4BAC-E19A1BD0A924}"/>
              </a:ext>
            </a:extLst>
          </p:cNvPr>
          <p:cNvSpPr txBox="1"/>
          <p:nvPr/>
        </p:nvSpPr>
        <p:spPr>
          <a:xfrm>
            <a:off x="9021984" y="2031557"/>
            <a:ext cx="1832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 for locking/unlocking the door.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5852E36-ADCB-E4C6-8710-F436FE24C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1984" y="1419110"/>
            <a:ext cx="469886" cy="4698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3F54660-B83B-052B-2396-A1D1667EA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1833" y="3985666"/>
            <a:ext cx="608728" cy="69568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892562D-A8EA-A39C-E017-D220C2431413}"/>
              </a:ext>
            </a:extLst>
          </p:cNvPr>
          <p:cNvSpPr txBox="1"/>
          <p:nvPr/>
        </p:nvSpPr>
        <p:spPr>
          <a:xfrm>
            <a:off x="1109948" y="4913911"/>
            <a:ext cx="18328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audible alerts and feedback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1596A1B-36C5-F324-0EAC-76A29A0A60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9308" y="3909931"/>
            <a:ext cx="608728" cy="81163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3E6EBEA-30BA-8A79-0413-183353E37215}"/>
              </a:ext>
            </a:extLst>
          </p:cNvPr>
          <p:cNvSpPr txBox="1"/>
          <p:nvPr/>
        </p:nvSpPr>
        <p:spPr>
          <a:xfrm>
            <a:off x="4159308" y="4879961"/>
            <a:ext cx="173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electrical connections.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89CC41D-3FF5-2064-9C14-65996C1962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047" y="3905518"/>
            <a:ext cx="1302291" cy="81163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7B34CD3-A40C-141B-6554-D7A87B7FB625}"/>
              </a:ext>
            </a:extLst>
          </p:cNvPr>
          <p:cNvSpPr txBox="1"/>
          <p:nvPr/>
        </p:nvSpPr>
        <p:spPr>
          <a:xfrm>
            <a:off x="6436033" y="4879961"/>
            <a:ext cx="18328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Tinker CAD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and testing the circuit without physical hardware.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4DA5F80-89FB-C0B9-FD77-15BF4C7CCC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984" y="3805649"/>
            <a:ext cx="811639" cy="81163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E6A51BF-83DE-D2CF-3A4E-2F9D56ADBA75}"/>
              </a:ext>
            </a:extLst>
          </p:cNvPr>
          <p:cNvSpPr txBox="1"/>
          <p:nvPr/>
        </p:nvSpPr>
        <p:spPr>
          <a:xfrm>
            <a:off x="8887723" y="4821724"/>
            <a:ext cx="1832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limit current and protect components.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98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0C226-9C33-5163-D080-AFE925D7A676}"/>
              </a:ext>
            </a:extLst>
          </p:cNvPr>
          <p:cNvSpPr txBox="1"/>
          <p:nvPr/>
        </p:nvSpPr>
        <p:spPr>
          <a:xfrm>
            <a:off x="3287758" y="278786"/>
            <a:ext cx="4607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Hardware Components Explanation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3FE74A7-6EB6-5D78-C71C-B2C6F2527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58" y="740451"/>
            <a:ext cx="5915771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Uno: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microcontroller board that acts as the brain of the system.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reads keypad inputs, processes logic, and controls output devices.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decision-making and timing are handled by the Arduino.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4x4 Keypad: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matrix-style input device used to enter a numeric password.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keypress is detected and sent to Arduino for verification.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user-controlled access.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LCD (16x2):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two-line display used for showing system messages.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prompts like “Enter Password” and results like “Access Granted”.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feedback to the user.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Servo Motor (SG90):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small motor that rotates to lock or unlock the door.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Controlled by Arduino when the correct password is entered.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Moves precisely between 0° and 90° positions.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Buzzer: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 audio feedback during system events.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Alerts user when a password is wrong or access is granted.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system interaction and security awareness.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Wires: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connect all components in the circuit.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communication and power flow between modules and Arduino.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completing electrical paths.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497B9-0E36-F837-2C6B-F6CD3C1D1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56" y="3918363"/>
            <a:ext cx="2835802" cy="1856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015972-BF9F-65B4-AC3A-79F2501A9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283" y="4289894"/>
            <a:ext cx="1319750" cy="1319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3B4759-A2B2-87D7-7B71-DD273074B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786" y="844703"/>
            <a:ext cx="2200703" cy="11608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0822EA-9CF0-AB8B-F146-68C0D02A3D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966" y="4352065"/>
            <a:ext cx="1440176" cy="1248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302919-4370-9725-070F-A4204C2674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005237" y="2016306"/>
            <a:ext cx="1381456" cy="22007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582641-D260-13CC-982C-BFEEFD3ECB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31" y="874644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89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7BBF4E-6D68-4FED-BF2A-5DE862988C50}"/>
              </a:ext>
            </a:extLst>
          </p:cNvPr>
          <p:cNvSpPr txBox="1"/>
          <p:nvPr/>
        </p:nvSpPr>
        <p:spPr>
          <a:xfrm>
            <a:off x="3816804" y="797511"/>
            <a:ext cx="91154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Start → Display "Enter Password"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Password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Check if Password = Master Password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↓             ↓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Yes             No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               ↓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Unlock         Buzzer ON + "Alert"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               ↓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Countdown      Retry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Lock Again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Back to Start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F2B20-70D5-D79F-B9C3-2C69B12E9EDB}"/>
              </a:ext>
            </a:extLst>
          </p:cNvPr>
          <p:cNvSpPr txBox="1"/>
          <p:nvPr/>
        </p:nvSpPr>
        <p:spPr>
          <a:xfrm>
            <a:off x="910318" y="428178"/>
            <a:ext cx="6490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974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1CAE8A4-4528-417D-7798-6E29A4B9B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57" y="1635308"/>
            <a:ext cx="528750" cy="4698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16CB31-158F-3B62-6E00-34B8F26DDC6A}"/>
              </a:ext>
            </a:extLst>
          </p:cNvPr>
          <p:cNvSpPr txBox="1"/>
          <p:nvPr/>
        </p:nvSpPr>
        <p:spPr>
          <a:xfrm>
            <a:off x="6096000" y="669638"/>
            <a:ext cx="37455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D117D2-A4F4-1343-8A09-B13240CB488B}"/>
              </a:ext>
            </a:extLst>
          </p:cNvPr>
          <p:cNvSpPr txBox="1"/>
          <p:nvPr/>
        </p:nvSpPr>
        <p:spPr>
          <a:xfrm>
            <a:off x="6965496" y="1576925"/>
            <a:ext cx="44672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Keypad Input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a password via the 4x4 keypad.</a:t>
            </a:r>
          </a:p>
        </p:txBody>
      </p:sp>
      <p:pic>
        <p:nvPicPr>
          <p:cNvPr id="26" name="Graphic 25" descr="Checkmark with solid fill">
            <a:extLst>
              <a:ext uri="{FF2B5EF4-FFF2-40B4-BE49-F238E27FC236}">
                <a16:creationId xmlns:a16="http://schemas.microsoft.com/office/drawing/2014/main" id="{EDAF3F89-B3F9-B8B3-1D9C-C7D039866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7657" y="2721731"/>
            <a:ext cx="528750" cy="52875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5DA48B4-31F3-DF1A-8E37-5CC99E2601B4}"/>
              </a:ext>
            </a:extLst>
          </p:cNvPr>
          <p:cNvSpPr txBox="1"/>
          <p:nvPr/>
        </p:nvSpPr>
        <p:spPr>
          <a:xfrm>
            <a:off x="6965496" y="2668878"/>
            <a:ext cx="506593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Verification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compares the entered password with the stored password</a:t>
            </a:r>
            <a:r>
              <a:rPr lang="en-US" sz="2400" dirty="0"/>
              <a:t>.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pen Door Logo Stock Illustrations ...">
            <a:extLst>
              <a:ext uri="{FF2B5EF4-FFF2-40B4-BE49-F238E27FC236}">
                <a16:creationId xmlns:a16="http://schemas.microsoft.com/office/drawing/2014/main" id="{B8744FDA-8629-D80B-6194-36FDB6F93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67019"/>
            <a:ext cx="767838" cy="76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13A2781-1F97-EE7F-5C16-3EE8E6AC0D65}"/>
              </a:ext>
            </a:extLst>
          </p:cNvPr>
          <p:cNvSpPr txBox="1"/>
          <p:nvPr/>
        </p:nvSpPr>
        <p:spPr>
          <a:xfrm>
            <a:off x="6949167" y="3867019"/>
            <a:ext cx="4625067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Door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correct, the servo motor unlocks the door; otherwise, it remains locked.</a:t>
            </a:r>
          </a:p>
        </p:txBody>
      </p:sp>
      <p:pic>
        <p:nvPicPr>
          <p:cNvPr id="1028" name="Picture 4" descr="Speaker Icons PNG, Vector, PSD, and ...">
            <a:extLst>
              <a:ext uri="{FF2B5EF4-FFF2-40B4-BE49-F238E27FC236}">
                <a16:creationId xmlns:a16="http://schemas.microsoft.com/office/drawing/2014/main" id="{D1E4C2EC-05F2-CE35-B859-A3DD2B774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073" y="4937636"/>
            <a:ext cx="871498" cy="89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1C3E61E-DD77-90B4-A1ED-BD2C2087F978}"/>
              </a:ext>
            </a:extLst>
          </p:cNvPr>
          <p:cNvSpPr txBox="1"/>
          <p:nvPr/>
        </p:nvSpPr>
        <p:spPr>
          <a:xfrm>
            <a:off x="6949167" y="4754375"/>
            <a:ext cx="453966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Feedback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provides distinct tones for successful access or incorrect password.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B8FC7AF-FE32-8EA9-0FEF-C5F93D8799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5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87933E00-9025-FEBF-BB8A-5310DCB8D2F1}"/>
              </a:ext>
            </a:extLst>
          </p:cNvPr>
          <p:cNvSpPr/>
          <p:nvPr/>
        </p:nvSpPr>
        <p:spPr>
          <a:xfrm>
            <a:off x="1728434" y="4514070"/>
            <a:ext cx="484632" cy="484632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D78CB955-0BD2-8B8A-D127-DA2444BE0432}"/>
              </a:ext>
            </a:extLst>
          </p:cNvPr>
          <p:cNvSpPr/>
          <p:nvPr/>
        </p:nvSpPr>
        <p:spPr>
          <a:xfrm>
            <a:off x="2585466" y="3429000"/>
            <a:ext cx="484632" cy="484632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3ED285A2-1AE3-E50B-5144-44320643B11E}"/>
              </a:ext>
            </a:extLst>
          </p:cNvPr>
          <p:cNvSpPr/>
          <p:nvPr/>
        </p:nvSpPr>
        <p:spPr>
          <a:xfrm>
            <a:off x="885011" y="5617029"/>
            <a:ext cx="484632" cy="484632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7B38B74F-D302-1491-010F-7338258A27CA}"/>
              </a:ext>
            </a:extLst>
          </p:cNvPr>
          <p:cNvSpPr/>
          <p:nvPr/>
        </p:nvSpPr>
        <p:spPr>
          <a:xfrm>
            <a:off x="885011" y="1232263"/>
            <a:ext cx="484632" cy="484632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B2D53449-A266-CCA8-B3C4-8AA282AA8A60}"/>
              </a:ext>
            </a:extLst>
          </p:cNvPr>
          <p:cNvSpPr/>
          <p:nvPr/>
        </p:nvSpPr>
        <p:spPr>
          <a:xfrm>
            <a:off x="1696975" y="2284603"/>
            <a:ext cx="484632" cy="484632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C60B9-CEA7-48D0-AD23-EE069069DB0A}"/>
              </a:ext>
            </a:extLst>
          </p:cNvPr>
          <p:cNvSpPr txBox="1"/>
          <p:nvPr/>
        </p:nvSpPr>
        <p:spPr>
          <a:xfrm>
            <a:off x="958162" y="420354"/>
            <a:ext cx="3254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Flowchart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F2C784-A130-921F-7705-ECF9617FFAAB}"/>
              </a:ext>
            </a:extLst>
          </p:cNvPr>
          <p:cNvSpPr txBox="1"/>
          <p:nvPr/>
        </p:nvSpPr>
        <p:spPr>
          <a:xfrm>
            <a:off x="1728434" y="1151413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system components.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5EC65-009E-3B53-CE88-9B3EAC130690}"/>
              </a:ext>
            </a:extLst>
          </p:cNvPr>
          <p:cNvSpPr txBox="1"/>
          <p:nvPr/>
        </p:nvSpPr>
        <p:spPr>
          <a:xfrm>
            <a:off x="2585466" y="2111421"/>
            <a:ext cx="6098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characters from keypad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190A2A-021A-FA50-B5BC-7E108B4FD0E8}"/>
              </a:ext>
            </a:extLst>
          </p:cNvPr>
          <p:cNvSpPr txBox="1"/>
          <p:nvPr/>
        </p:nvSpPr>
        <p:spPr>
          <a:xfrm>
            <a:off x="3344529" y="3317373"/>
            <a:ext cx="38563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Password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input with stored password.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7FB2D5-6E7F-F2D9-A403-F0E539EC808B}"/>
              </a:ext>
            </a:extLst>
          </p:cNvPr>
          <p:cNvSpPr txBox="1"/>
          <p:nvPr/>
        </p:nvSpPr>
        <p:spPr>
          <a:xfrm>
            <a:off x="2585466" y="4433220"/>
            <a:ext cx="26070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point: Yes/No.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7E7411-3212-FB2E-DFA0-77517F4E2E40}"/>
              </a:ext>
            </a:extLst>
          </p:cNvPr>
          <p:cNvSpPr txBox="1"/>
          <p:nvPr/>
        </p:nvSpPr>
        <p:spPr>
          <a:xfrm>
            <a:off x="1728434" y="5549067"/>
            <a:ext cx="609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Door / Error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servo or display error and sound buzzer.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851E544-ED7E-7477-BABB-A9703F9E4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384" y="0"/>
            <a:ext cx="5093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0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DA085C6-AD99-72A3-F675-FA4E56EFF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54" b="3768"/>
          <a:stretch>
            <a:fillRect/>
          </a:stretch>
        </p:blipFill>
        <p:spPr>
          <a:xfrm>
            <a:off x="-1" y="0"/>
            <a:ext cx="1215844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43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18E6D-5C12-9AE4-3477-500F3EF06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49" t="20870" r="20265" b="6203"/>
          <a:stretch>
            <a:fillRect/>
          </a:stretch>
        </p:blipFill>
        <p:spPr>
          <a:xfrm>
            <a:off x="2557552" y="694745"/>
            <a:ext cx="7076895" cy="54685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39FFF2-D62A-78B1-B121-006C53A1419F}"/>
              </a:ext>
            </a:extLst>
          </p:cNvPr>
          <p:cNvSpPr txBox="1"/>
          <p:nvPr/>
        </p:nvSpPr>
        <p:spPr>
          <a:xfrm>
            <a:off x="461175" y="171525"/>
            <a:ext cx="3021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Diagram</a:t>
            </a:r>
          </a:p>
        </p:txBody>
      </p:sp>
    </p:spTree>
    <p:extLst>
      <p:ext uri="{BB962C8B-B14F-4D97-AF65-F5344CB8AC3E}">
        <p14:creationId xmlns:p14="http://schemas.microsoft.com/office/powerpoint/2010/main" val="1594912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3F081F-5B30-03FF-5679-ACDF7A53E9F3}"/>
              </a:ext>
            </a:extLst>
          </p:cNvPr>
          <p:cNvSpPr txBox="1"/>
          <p:nvPr/>
        </p:nvSpPr>
        <p:spPr>
          <a:xfrm>
            <a:off x="587829" y="408216"/>
            <a:ext cx="3151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Highlights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E0797-EB59-E35F-1155-98550D492EE3}"/>
              </a:ext>
            </a:extLst>
          </p:cNvPr>
          <p:cNvSpPr txBox="1"/>
          <p:nvPr/>
        </p:nvSpPr>
        <p:spPr>
          <a:xfrm>
            <a:off x="587829" y="1362323"/>
            <a:ext cx="3387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Check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F225D-AB03-A845-059C-B4FE2EBBE1CE}"/>
              </a:ext>
            </a:extLst>
          </p:cNvPr>
          <p:cNvSpPr txBox="1"/>
          <p:nvPr/>
        </p:nvSpPr>
        <p:spPr>
          <a:xfrm>
            <a:off x="900627" y="1885543"/>
            <a:ext cx="3838936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/>
              <a:t>if(password== </a:t>
            </a:r>
            <a:r>
              <a:rPr lang="en-IN" sz="2200" dirty="0" err="1"/>
              <a:t>correctPassword</a:t>
            </a:r>
            <a:r>
              <a:rPr lang="en-IN" sz="2200" dirty="0"/>
              <a:t>)</a:t>
            </a:r>
          </a:p>
          <a:p>
            <a:r>
              <a:rPr lang="en-IN" sz="2200" dirty="0"/>
              <a:t>{ //</a:t>
            </a:r>
            <a:r>
              <a:rPr lang="en-IN" sz="2200" dirty="0" err="1"/>
              <a:t>GrantAccess</a:t>
            </a:r>
            <a:endParaRPr lang="en-IN" sz="2200" dirty="0"/>
          </a:p>
          <a:p>
            <a:r>
              <a:rPr lang="en-IN" sz="2200" dirty="0"/>
              <a:t>} else {</a:t>
            </a:r>
          </a:p>
          <a:p>
            <a:r>
              <a:rPr lang="en-IN" sz="2200" dirty="0"/>
              <a:t>// Deny access</a:t>
            </a:r>
          </a:p>
          <a:p>
            <a:r>
              <a:rPr lang="en-IN" sz="2200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5629E-68AF-64FA-B6CD-32E8253CE650}"/>
              </a:ext>
            </a:extLst>
          </p:cNvPr>
          <p:cNvSpPr txBox="1"/>
          <p:nvPr/>
        </p:nvSpPr>
        <p:spPr>
          <a:xfrm>
            <a:off x="5740842" y="1362323"/>
            <a:ext cx="2039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Servo Motor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969A1D4-E20F-833B-4BF6-EDEBDFE59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842" y="1823988"/>
            <a:ext cx="295788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ServoOpen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{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myservo.write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(90);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Open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void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ServoClose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{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myservo.write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(0); // Close }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8D61A-DEFC-1D11-2091-9EB655971C77}"/>
              </a:ext>
            </a:extLst>
          </p:cNvPr>
          <p:cNvSpPr txBox="1"/>
          <p:nvPr/>
        </p:nvSpPr>
        <p:spPr>
          <a:xfrm>
            <a:off x="9018946" y="1362323"/>
            <a:ext cx="1299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Buzzer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235A7B8-DF1A-6CA2-0047-F53E180D8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8946" y="1823987"/>
            <a:ext cx="2890656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tone(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buzzerPin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1000); // Success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delay(200);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noTone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buzzerPin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tone(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buzzerPin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500); //Fail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delay(500);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noTone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buzzerPin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4199705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DDBAE-F55A-7D0F-061E-ED9EF5532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03" r="28164" b="4116"/>
          <a:stretch>
            <a:fillRect/>
          </a:stretch>
        </p:blipFill>
        <p:spPr>
          <a:xfrm>
            <a:off x="636104" y="1541127"/>
            <a:ext cx="5064982" cy="3775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652CDB-387E-4E73-A018-C39AD6DC2B1B}"/>
              </a:ext>
            </a:extLst>
          </p:cNvPr>
          <p:cNvSpPr txBox="1"/>
          <p:nvPr/>
        </p:nvSpPr>
        <p:spPr>
          <a:xfrm>
            <a:off x="636104" y="318053"/>
            <a:ext cx="124104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4F1823-20A0-BFC2-54B9-30B608898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" t="10087" r="29034" b="8059"/>
          <a:stretch>
            <a:fillRect/>
          </a:stretch>
        </p:blipFill>
        <p:spPr>
          <a:xfrm>
            <a:off x="6490916" y="1710581"/>
            <a:ext cx="4985467" cy="36062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8DD081-B9FC-3E7D-931D-40E6489B1D9E}"/>
              </a:ext>
            </a:extLst>
          </p:cNvPr>
          <p:cNvSpPr txBox="1"/>
          <p:nvPr/>
        </p:nvSpPr>
        <p:spPr>
          <a:xfrm>
            <a:off x="1373873" y="5425027"/>
            <a:ext cx="358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Password  -  Door is Opened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AF2C1-7716-E946-D97C-3EF480D6820B}"/>
              </a:ext>
            </a:extLst>
          </p:cNvPr>
          <p:cNvSpPr txBox="1"/>
          <p:nvPr/>
        </p:nvSpPr>
        <p:spPr>
          <a:xfrm>
            <a:off x="6847023" y="5425027"/>
            <a:ext cx="4511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Incorrect Password  -  Alert Sent &amp; Stay Closed</a:t>
            </a:r>
          </a:p>
        </p:txBody>
      </p:sp>
    </p:spTree>
    <p:extLst>
      <p:ext uri="{BB962C8B-B14F-4D97-AF65-F5344CB8AC3E}">
        <p14:creationId xmlns:p14="http://schemas.microsoft.com/office/powerpoint/2010/main" val="2226756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6F5AD4-8FFE-16FD-7419-40B06D349599}"/>
              </a:ext>
            </a:extLst>
          </p:cNvPr>
          <p:cNvSpPr txBox="1"/>
          <p:nvPr/>
        </p:nvSpPr>
        <p:spPr>
          <a:xfrm>
            <a:off x="636815" y="538843"/>
            <a:ext cx="18405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2B071-FC10-7FC3-2DEB-BFE836ED61A2}"/>
              </a:ext>
            </a:extLst>
          </p:cNvPr>
          <p:cNvSpPr txBox="1"/>
          <p:nvPr/>
        </p:nvSpPr>
        <p:spPr>
          <a:xfrm>
            <a:off x="636815" y="1649186"/>
            <a:ext cx="3517310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Implementation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Design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Consumption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558A6-9891-87C1-D59E-E82235CE887E}"/>
              </a:ext>
            </a:extLst>
          </p:cNvPr>
          <p:cNvSpPr txBox="1"/>
          <p:nvPr/>
        </p:nvSpPr>
        <p:spPr>
          <a:xfrm>
            <a:off x="6629400" y="538843"/>
            <a:ext cx="188865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62EF6-D759-31CF-12A7-3C7CE91245C3}"/>
              </a:ext>
            </a:extLst>
          </p:cNvPr>
          <p:cNvSpPr txBox="1"/>
          <p:nvPr/>
        </p:nvSpPr>
        <p:spPr>
          <a:xfrm>
            <a:off x="6629400" y="1649186"/>
            <a:ext cx="367921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Rooms/Data Centres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Warehouses and Stores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504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A04E6C-9993-290C-8852-62D524B4D375}"/>
              </a:ext>
            </a:extLst>
          </p:cNvPr>
          <p:cNvSpPr txBox="1"/>
          <p:nvPr/>
        </p:nvSpPr>
        <p:spPr>
          <a:xfrm>
            <a:off x="734786" y="653143"/>
            <a:ext cx="17043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F0372-7F59-72AC-1F16-9AE585AE50C6}"/>
              </a:ext>
            </a:extLst>
          </p:cNvPr>
          <p:cNvSpPr txBox="1"/>
          <p:nvPr/>
        </p:nvSpPr>
        <p:spPr>
          <a:xfrm>
            <a:off x="734786" y="1943099"/>
            <a:ext cx="1049927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Secure Door Lock System was successfully developed using Arduino and basic electronic components.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provides reliable, low-cost access control with password-based authentication.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system is easy to use, energy-efficient, and scalable for future upgrades.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Both simulation and hardware testing confirmed its effectiveness.</a:t>
            </a:r>
            <a:br>
              <a:rPr lang="en-US" sz="2400" dirty="0"/>
            </a:br>
            <a:r>
              <a:rPr lang="en-US" sz="2400" dirty="0"/>
              <a:t>Overall, it serves as a practical and educational solution for smart security.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17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anks 4k Wallpapers - Wallpaper Cave">
            <a:extLst>
              <a:ext uri="{FF2B5EF4-FFF2-40B4-BE49-F238E27FC236}">
                <a16:creationId xmlns:a16="http://schemas.microsoft.com/office/drawing/2014/main" id="{1BE18497-3A9D-10CE-8450-2D5AB305C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873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805</Words>
  <Application>Microsoft Office PowerPoint</Application>
  <PresentationFormat>Widescreen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Embedded Systems</vt:lpstr>
      <vt:lpstr>Secure Door Lock System </vt:lpstr>
      <vt:lpstr>PowerPoint Presentation</vt:lpstr>
      <vt:lpstr>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KARTHIK ANUMALASETTY</dc:creator>
  <cp:lastModifiedBy>SIVA KARTHIK ANUMALASETTY</cp:lastModifiedBy>
  <cp:revision>2</cp:revision>
  <dcterms:created xsi:type="dcterms:W3CDTF">2025-06-19T16:20:13Z</dcterms:created>
  <dcterms:modified xsi:type="dcterms:W3CDTF">2025-07-03T13:04:56Z</dcterms:modified>
</cp:coreProperties>
</file>